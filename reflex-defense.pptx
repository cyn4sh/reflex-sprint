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3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597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5486400" cy="5486400"/>
          </a:xfrm>
          <a:prstGeom prst="ellipse">
            <a:avLst/>
          </a:prstGeom>
          <a:solidFill>
            <a:srgbClr val="2A2A2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"/>
            <a:ext cx="3657600" cy="3657600"/>
          </a:xfrm>
          <a:prstGeom prst="ellipse">
            <a:avLst/>
          </a:prstGeom>
          <a:ln w="19050">
            <a:solidFill>
              <a:srgbClr val="C997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457200"/>
            <a:ext cx="2377440" cy="2377440"/>
          </a:xfrm>
          <a:prstGeom prst="ellipse">
            <a:avLst/>
          </a:prstGeom>
          <a:ln w="19050">
            <a:solidFill>
              <a:srgbClr val="C997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4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4290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coordination for small Kenyan retailers —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C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phone calls and WhatsApp with a shared record of truth.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4434840"/>
            <a:ext cx="1280160" cy="0"/>
          </a:xfrm>
          <a:prstGeom prst="line">
            <a:avLst/>
          </a:prstGeom>
          <a:noFill/>
          <a:ln w="25400">
            <a:solidFill>
              <a:srgbClr val="C997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77 — Sentinel   ·   PLP 1MILL Devs Software Engineering Programme, Week 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9560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9D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Victor (backend &amp; architecture)  ·  Khalid (frontend)  ·  Melody (documentation)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small retailers coordinate deliveries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shops, pharmacies, and hardware stores rely on WhatsApp messages and phone calls to get goods to customers.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works at small scale. It breaks down as delivery volume grows — and when something goes wrong, there's no evidence trail to resolve the dispute.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897880" y="1783080"/>
            <a:ext cx="502920" cy="50292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97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record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103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a delivery is assigned 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3108960"/>
            <a:ext cx="502920" cy="50292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978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429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can't check status without calling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4434840"/>
            <a:ext cx="502920" cy="50292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8978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proof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754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confirm a delivery actually happened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 ·  Group 77 — Sentinel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System of Record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request, assignment, and status change is tracked and visible to the parties who need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Retailer Staff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delivery requests and tracks their status — no more chasing by phone.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1874520"/>
            <a:ext cx="33832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 open request and assigns it to an available rider.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55280" y="1874520"/>
            <a:ext cx="33832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2240280"/>
            <a:ext cx="640080" cy="64008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566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assigned deliveries, marks pickup, and confirms drop-off via scan.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88136" y="5257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2A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88136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419856" y="52578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48456" y="5257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2A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48456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80176" y="52578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8776" y="5257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2A2A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08776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40496" y="52578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69096" y="525780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C997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769096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 ·  Group 77 — Sentinel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Django REST API and a React frontend, talking over one clean contract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39596" y="187452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9596" y="1874520"/>
            <a:ext cx="2834640" cy="109728"/>
          </a:xfrm>
          <a:prstGeom prst="rect">
            <a:avLst/>
          </a:prstGeom>
          <a:solidFill>
            <a:srgbClr val="C997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68196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68196" y="2587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role-based dashboards for all three personas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74236" y="187452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77156" y="187452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7156" y="1874520"/>
            <a:ext cx="2834640" cy="109728"/>
          </a:xfrm>
          <a:prstGeom prst="rect">
            <a:avLst/>
          </a:prstGeom>
          <a:solidFill>
            <a:srgbClr val="C997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05756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REST API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05756" y="2587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JWT-authenticated · one permission class per role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11796" y="187452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14716" y="1874520"/>
            <a:ext cx="2834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14716" y="1874520"/>
            <a:ext cx="2834640" cy="109728"/>
          </a:xfrm>
          <a:prstGeom prst="rect">
            <a:avLst/>
          </a:prstGeom>
          <a:solidFill>
            <a:srgbClr val="C997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43316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43316" y="25877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records · full audit history, nothing deleted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2336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apps by concern, not by persona — accounts (identity) stays separate from deliveries (business rules)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Serializers expose only what a role may submit — the API layer enforces security, not just the UI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its own named endpoint (assign, confirm, cancel) — matching the permission matrix row for row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 ·  Group 77 — Sentinel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modes, tested against the live system — not assumed correct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5257800" cy="777240"/>
          </a:xfrm>
          <a:prstGeom prst="rect">
            <a:avLst/>
          </a:prstGeom>
          <a:solidFill>
            <a:srgbClr val="1E1E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Assignment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dispatchers assign the same delivery at once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776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locking (select_for_update) — the second request re-reads the true state before acting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5074920"/>
            <a:ext cx="4617720" cy="685800"/>
          </a:xfrm>
          <a:prstGeom prst="rect">
            <a:avLst/>
          </a:prstGeom>
          <a:solidFill>
            <a:srgbClr val="E9DCC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0749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First request wins. Second is cleanly rejected.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737360"/>
            <a:ext cx="5257800" cy="4206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737360"/>
            <a:ext cx="5257800" cy="777240"/>
          </a:xfrm>
          <a:prstGeom prst="rect">
            <a:avLst/>
          </a:prstGeom>
          <a:solidFill>
            <a:srgbClr val="1E1E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7373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Scan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974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718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code gets scanned more than once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033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97764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1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validates the exact code, and blocks any repeat confirmation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92240" y="5074920"/>
            <a:ext cx="4617720" cy="685800"/>
          </a:xfrm>
          <a:prstGeom prst="rect">
            <a:avLst/>
          </a:prstGeom>
          <a:solidFill>
            <a:srgbClr val="E9DCC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507492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Wrong code rejected. Second scan rejected.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 ·  Group 77 — Sentinel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Decisions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deliberate calls, and why they hold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1947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Retailer editing locked after assignment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3500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point: </a:t>
            </a: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can't fix a typo once a rider is en route.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7157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because: </a:t>
            </a:r>
            <a:r>
              <a:rPr lang="en-US" sz="1250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uncoordinated edit could send the rider to the wrong location with no confirmation it was seen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642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84048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5935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linear state machine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959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point: </a:t>
            </a: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model partial-failure states like a failed delivery attempt.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36168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because: </a:t>
            </a:r>
            <a:r>
              <a:rPr lang="en-US" sz="1250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machine small enough to fully verify by hand within the sprint timeline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48640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486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52395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over static token authentication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56418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point: </a:t>
            </a:r>
            <a:r>
              <a:rPr lang="en-US" sz="125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complex client-side handling (access + refresh pair).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737360" y="600760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because: </a:t>
            </a:r>
            <a:r>
              <a:rPr lang="en-US" sz="1250" dirty="0">
                <a:solidFill>
                  <a:srgbClr val="6B4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expire automatically, limiting exposure if one is ever leaked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 ·  Group 77 — Sentinel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was built to prove the hard parts work — here's the natural growth path from here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system as one hosted service, reachable outside a local machine.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204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4028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Camera-based scanning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6118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code entry with real QR capture through the device camera.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204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24028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240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transitions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6118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status guards into a single transition table as the state machine grows.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builds on a foundation that's already tested and working — not a rescue plan.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 ·  Group 77 — Sentinel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2A2A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2EE"/>
                </a:solidFill>
                <a:latin typeface="Cambria" pitchFamily="34" charset="0"/>
                <a:ea typeface="Cambria" pitchFamily="34" charset="-122"/>
              </a:rPr>
              <a:t>Victor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B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architecture, API, technical experiments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Khalid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B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across all three personas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Melody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5B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trade-off log, defense prep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1064240" cy="0"/>
          </a:xfrm>
          <a:prstGeom prst="line">
            <a:avLst/>
          </a:prstGeom>
          <a:noFill/>
          <a:ln w="12700">
            <a:solidFill>
              <a:srgbClr val="3A3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290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and verified against the live system: three personas, a full REST API, and two technical experiments proven with reproducible evidence.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52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9DC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 — delivery coordination, without the guesswork.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743</Words>
  <Application>Microsoft Office PowerPoint</Application>
  <PresentationFormat>Widescreen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Ashfall .</cp:lastModifiedBy>
  <cp:revision>2</cp:revision>
  <dcterms:created xsi:type="dcterms:W3CDTF">2026-08-30T06:05:18Z</dcterms:created>
  <dcterms:modified xsi:type="dcterms:W3CDTF">2026-09-04T18:21:23Z</dcterms:modified>
</cp:coreProperties>
</file>